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5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INDIA HACKATHON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SAARTHI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सारथी  —  the charioteer who guides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personnel stress &amp; welfare monitoring for uniformed forces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5303520" cy="7315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13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5303520" cy="7315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913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CRPF / Ministry of Home Affairs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5303520" cy="7315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823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 ·  MedTech / HealthTech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709160"/>
            <a:ext cx="5303520" cy="7315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7823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Welfare, not discipline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is caught after incidents — not before.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21945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654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74904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CAPF suicides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 years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1600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5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~50,000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ThePrint, “654 suicides, 50,000 resignations in 5 years — the crisis stalking India’s CAPFs”. One statistic. Cited. Not invented.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611880" cy="18288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observation + self-report. Help arrives late.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3840480"/>
            <a:ext cx="3611880" cy="18288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Stigma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43891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“mental-health app” is dead on arrival in ACR culture.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3840480"/>
            <a:ext cx="3611880" cy="18288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977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43891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welfare, privacy in architecture, not in a promise.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members. Each answers their own domain. ≥ 1 female member (SIH rule).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2148840"/>
          </a:xfrm>
          <a:prstGeom prst="rect">
            <a:avLst/>
          </a:prstGeom>
          <a:solidFill>
            <a:srgbClr val="3F5C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· 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Engines, privacy law, architecture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109728" cy="2148840"/>
          </a:xfrm>
          <a:prstGeom prst="rect">
            <a:avLst/>
          </a:prstGeom>
          <a:solidFill>
            <a:srgbClr val="3F5C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508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1772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Co-backbone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dashboards, design, RBAC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280160"/>
            <a:ext cx="109728" cy="214884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508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ayush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5820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assistant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instrument factsheet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11880"/>
            <a:ext cx="109728" cy="214884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54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 pack, privacy walkthrough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97680" y="361188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611880"/>
            <a:ext cx="109728" cy="214884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840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617720" y="4297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4754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Official-template deck + practice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38160" y="3611880"/>
            <a:ext cx="3657600" cy="2148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611880"/>
            <a:ext cx="109728" cy="214884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840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458200" y="4297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/ demo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4754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tests, fallback video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in one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88920" cy="30632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signals the force already holds. Zero extra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788920" cy="30632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engine. Top-3 factors. No black box.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051560"/>
            <a:ext cx="2788920" cy="30632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→ counsellor ≤ 24 h → roster change → Tele-MANAS.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5440" y="1051560"/>
            <a:ext cx="2788920" cy="30632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41832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18320" y="2423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down. Who-viewed receipt. Loop closed.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247120" cy="178308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firewall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risk score cannot reach command, ACR, promotion or posting. Not a policy sentence — there is no API that can carry it there.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help is routed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 test: jawan keeps doing duty → counsellor gets an explainable alert in 24 hours → commander never sees a name.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1005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64592" cy="1005840"/>
          </a:xfrm>
          <a:prstGeom prst="rect">
            <a:avLst/>
          </a:prstGeom>
          <a:solidFill>
            <a:srgbClr val="6B8F7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904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0" y="14904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490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nudge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0" y="14904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47120" cy="1005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164592" cy="1005840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77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0" y="25877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40–59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+ informal JCO check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247120" cy="1005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164592" cy="100584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85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17520" y="36850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60–79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6850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outreach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09760" y="36850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24 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47120" cy="100584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617720"/>
            <a:ext cx="164592" cy="100584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823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017520" y="47823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47823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contact + duty mod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0" y="47823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vs what we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50292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657600" cy="640080"/>
          </a:xfrm>
          <a:prstGeom prst="rect">
            <a:avLst/>
          </a:prstGeom>
          <a:solidFill>
            <a:srgbClr val="3F5C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v1 (explainable)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signal features (20)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k-anonymity ≥ 5 aggregator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Dual-key unmask + who-viewed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hash-chained audit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005840"/>
            <a:ext cx="3657600" cy="50292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005840"/>
            <a:ext cx="3657600" cy="640080"/>
          </a:xfrm>
          <a:prstGeom prst="rect">
            <a:avLst/>
          </a:prstGeom>
          <a:solidFill>
            <a:srgbClr val="B5694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115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shelf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/ SQLite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 (apps)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consoles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voice features 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Tele-MANAS 14416 as a recorded handoff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8160" y="1005840"/>
            <a:ext cx="3657600" cy="50292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005840"/>
            <a:ext cx="3657600" cy="640080"/>
          </a:xfrm>
          <a:prstGeom prst="rect">
            <a:avLst/>
          </a:prstGeom>
          <a:solidFill>
            <a:srgbClr val="1F2A24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115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6676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accuracy claims (no labels)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iOS in v1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blockchain / IoT combo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6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SaaS on welfare data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MeghRaj deployable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Two-tier output  —  the split is the product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0" cy="50292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COUNSELLOR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 a person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 until dual-key unmask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top-3 factors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artefact required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lands in who-viewed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5486400" cy="502920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 a unit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only, k ≥ 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names, no scores, no IDs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lookup returns 403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cells also suppressed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a consumer wellness app?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50292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C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/ HRIS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C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SAARTHI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C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promise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firewall (k ≥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Low-end Android, queue + sync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+ English, icon-first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Tele-MANAS 14416 recorded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SaaS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/ NIC MeghRaj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v1; ML only with 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 main. Demo persona: Constable, 34, 3rd Bn. Password for all seed users: saarthi.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9601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/risk/ps_demo01/explanation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sees factors, not a black box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9601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41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/aggregates/unit/3BN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sees k ≥ 5, no names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47120" cy="9601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93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/welfare/personnel/{id}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— the judge’s attack, pre-answered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47120" cy="9601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44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/app/who-viewed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Jawan sees who opened the record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36-hour finale  —  hours attached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94560" y="1097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+ neel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63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Clone, seed, pytest, API 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331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/ kv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697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apps; freeze ruleset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 + tejas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931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deck + new fallback video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00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800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+ neel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5166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pass (offline, k, dual-key)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96012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097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1097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14630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Sleep. 3 up / 3 down.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219456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331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0" y="2331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26974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comments → board. 3× rehearsal.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342900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24–32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/ kv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3931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only. Q&amp;A drill.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4663440"/>
            <a:ext cx="5669280" cy="1115568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800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6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32–36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0" y="5166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Bag: laptop, hotspot, pen drive, PDF, mp4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KPIs  —  no invented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88920" cy="28803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participation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 estimate (roster-first)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788920" cy="28803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188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24 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→ counsellor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 (FR-09)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788920" cy="28803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88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reaching command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guarantee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1005840"/>
            <a:ext cx="2788920" cy="28803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188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37260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outcomes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trust signal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196596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97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(reasoned, not adjectives)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7091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 — rules recompute a battalion on one box.  Adoption Med — needs officer-first buy-in.  Outcome evidence Low→Med — labels accrue over months.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not build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maturity. Preempts “what will you NOT build?”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facial emotion / CCTV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science. Reads as surveillance.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phone or relationship monitoring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Trust-killing. Fails DPDP necessity.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scores in ACR / promotion / posting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is architectural.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ML on day one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474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labels. Honest rules instead.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clinical diagnosis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5029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support, not a condition.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669280" cy="1417320"/>
          </a:xfrm>
          <a:prstGeom prst="rect">
            <a:avLst/>
          </a:prstGeom>
          <a:solidFill>
            <a:srgbClr val="FFFBF5"/>
          </a:solidFill>
          <a:ln w="12700">
            <a:solidFill>
              <a:srgbClr val="D9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526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automated weapon restriction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5029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recommends. Commander decides.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5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 to remember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B56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risk scores that can reach command.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architecture — not by a promise.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 github.com/dyrok/sih-hackathon-26     ·     Demo  python -m app.seed &amp;&amp; uvicorn app.main:app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Welfare, not discipline.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SAARTHI  ·  PS 26186  ·  CRPF / MHA  ·  content deck — paste into official SIH template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0" y="6537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5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SAARTHI — SIH 2026 PS 26186</dc:title>
  <dc:subject>Idea presentation content deck. Rebuild inside official SIH template before portal upload.</dc:subject>
  <dc:creator>kv · SAARTHI</dc:creator>
  <cp:lastModifiedBy>kv · SAARTHI</cp:lastModifiedBy>
  <cp:revision>1</cp:revision>
  <dcterms:created xsi:type="dcterms:W3CDTF">2026-09-08T17:34:44Z</dcterms:created>
  <dcterms:modified xsi:type="dcterms:W3CDTF">2026-09-08T17:34:44Z</dcterms:modified>
</cp:coreProperties>
</file>